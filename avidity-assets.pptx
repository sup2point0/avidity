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5223" autoAdjust="0"/>
  </p:normalViewPr>
  <p:slideViewPr>
    <p:cSldViewPr snapToGrid="0">
      <p:cViewPr varScale="1">
        <p:scale>
          <a:sx n="84" d="100"/>
          <a:sy n="84" d="100"/>
        </p:scale>
        <p:origin x="95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495DA-E698-7835-DFD3-BB3609CAA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914" y="1178222"/>
            <a:ext cx="5399485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3740D-8C1F-6F8F-6EB8-DC3C888B2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C1BB-2047-027A-76E3-35F3A9786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17DF4-7A3C-DC0F-557C-1A5B7159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1B717-05AC-B7FD-B86A-DC7B428D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75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09341-F8CF-3DB4-B927-00CE6911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06BC-D694-501A-D39C-0411B5EB1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BBE21-040A-37D3-73A6-052FD82F5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49891-9A33-7111-740C-7C24CF19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196E5-29B9-0D92-DCC3-8BB02BB65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06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2689-D2A5-5A30-93DA-BB989BB4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203" y="1794830"/>
            <a:ext cx="6209407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83B8E-2B6E-F565-A00A-C3990BB2F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1203" y="4817875"/>
            <a:ext cx="6209407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BBA86-6535-995B-638E-260966D6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A29FF-5E0F-6F4E-E9AC-F6937669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B0637-E824-4DA2-AE45-DBB1FCEB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74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93A6-A7CF-96F5-D03A-BFACB17A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66A0-3B43-4F39-069F-9740B91E0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EEE48-8067-FAF2-0C7E-178A75845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2AB0C-C676-D465-B7FB-40B1DB4F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50607-ABF8-9CD7-A576-72BFEE9E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70120-11A2-BE67-4875-3DA46C1B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18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91B3-4157-AE46-AD6D-26887DBD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91" y="383297"/>
            <a:ext cx="6209407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E61C5-0498-0F4F-3013-796A8D5AE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7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B3F2A-FDA6-4B5C-0C93-F26F6600B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7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3682DB-3C49-1720-EE64-9739B88B2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BFB43-6FDF-BF20-66EF-A517F5934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B1856-F291-675B-B0A1-0DB43B130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60222-8047-E51A-0352-CFBFA12D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A7DD96-68CB-CBEF-CA38-3AE01F1C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52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E6B9-87A8-A469-C517-14C647E2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E8C49-AAE7-97CE-57A7-273258B8D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13068-D86D-EA1B-47A6-954422FC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6E418-1890-13A7-97E4-A8534F75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93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9E36A-64FB-07E8-6E42-2B45C1395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81A34-BB35-886E-5842-37DA63B4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16E04-DD75-55A3-E48C-C491BCEA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41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7CE0-5B58-C3E5-9BB7-35433ED5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91" y="479954"/>
            <a:ext cx="2321966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9E38-4458-016E-F2FE-52948C526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646" y="1036569"/>
            <a:ext cx="3644652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56387-E921-2005-0EE0-21C0D0D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891" y="2159794"/>
            <a:ext cx="2321966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37165-8689-4CD3-DBE0-C823D3CDC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16417-E911-D795-1F0E-D7914EF4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76846-582C-57A8-3FB0-78E0EFA0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18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6539-71BD-96D7-52A2-99D5EA00E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91" y="479954"/>
            <a:ext cx="2321966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0EF21-73A5-B945-62F4-ADCC508F4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60646" y="1036569"/>
            <a:ext cx="3644652" cy="5116178"/>
          </a:xfrm>
        </p:spPr>
        <p:txBody>
          <a:bodyPr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80093-BAFF-15A3-AF9A-0B037BB0C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891" y="2159794"/>
            <a:ext cx="2321966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EA605-5926-2E37-ECB4-EE5D5A13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E6203-78BC-BE56-E992-A54DFE74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8B92F-C9D0-17DC-3FFF-417E9C28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63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66AF-BFC0-D261-4294-2D308342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C3FD6-C984-800D-F1B3-5717D3795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D03E5-8444-F997-37BD-58DB2F6B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084A1-65AC-3BE1-0C52-D047942D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5111E-0DAB-4B6A-7DBA-CF56DFFE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32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99E5A-AEAB-12A7-9799-7EB8C5A39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152008" y="383297"/>
            <a:ext cx="1552352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45A70-84A6-A0D9-7DAB-37B994113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B5705-6AE9-0F48-507B-8EA13126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8639-DE4D-E696-6423-5084E126A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ADDFC-42BE-F819-0785-C9F00ED6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3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E0A6F-2919-2840-8AD1-B721D02E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53" y="383297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31FA0-5D36-7D60-C1B1-182D8BEBF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745B-C11F-FC11-6C89-4F39A9955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4953" y="6672697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A02C1-9A06-452D-9069-E428247CCD0E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FEEDE-A7AF-D1B1-028F-37A27B53D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84773" y="6672697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856F0-5368-B996-202B-AAD00A648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84515" y="6672697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33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BCA712-6EB3-DF21-FB84-EBC075FAA1D9}"/>
              </a:ext>
            </a:extLst>
          </p:cNvPr>
          <p:cNvSpPr/>
          <p:nvPr/>
        </p:nvSpPr>
        <p:spPr>
          <a:xfrm>
            <a:off x="-344" y="-344"/>
            <a:ext cx="7200000" cy="7200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289693"/>
      </p:ext>
    </p:extLst>
  </p:cSld>
  <p:clrMapOvr>
    <a:masterClrMapping/>
  </p:clrMapOvr>
</p:sld>
</file>

<file path=ppt/theme/theme1.xml><?xml version="1.0" encoding="utf-8"?>
<a:theme xmlns:a="http://schemas.openxmlformats.org/drawingml/2006/main" name="Nova">
  <a:themeElements>
    <a:clrScheme name="Nova">
      <a:dk1>
        <a:srgbClr val="00172A"/>
      </a:dk1>
      <a:lt1>
        <a:srgbClr val="FFFFFF"/>
      </a:lt1>
      <a:dk2>
        <a:srgbClr val="A9B0B8"/>
      </a:dk2>
      <a:lt2>
        <a:srgbClr val="FFF0C0"/>
      </a:lt2>
      <a:accent1>
        <a:srgbClr val="4090F1"/>
      </a:accent1>
      <a:accent2>
        <a:srgbClr val="FF0090"/>
      </a:accent2>
      <a:accent3>
        <a:srgbClr val="40F190"/>
      </a:accent3>
      <a:accent4>
        <a:srgbClr val="9040F1"/>
      </a:accent4>
      <a:accent5>
        <a:srgbClr val="40E0FF"/>
      </a:accent5>
      <a:accent6>
        <a:srgbClr val="FFC720"/>
      </a:accent6>
      <a:hlink>
        <a:srgbClr val="C0F0FF"/>
      </a:hlink>
      <a:folHlink>
        <a:srgbClr val="C7C7FF"/>
      </a:folHlink>
    </a:clrScheme>
    <a:fontScheme name="Neox">
      <a:majorFont>
        <a:latin typeface="Geologica"/>
        <a:ea typeface="Noto Sans SC Medium"/>
        <a:cs typeface=""/>
      </a:majorFont>
      <a:minorFont>
        <a:latin typeface="Abel"/>
        <a:ea typeface="Noto Sans SC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ova" id="{10934F71-6B25-4254-87D3-99BF45E5FDB6}" vid="{B8BF864B-B2C2-42F0-8981-5BBA47F29F4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</Template>
  <TotalTime>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Abel</vt:lpstr>
      <vt:lpstr>Arial</vt:lpstr>
      <vt:lpstr>Geologica</vt:lpstr>
      <vt:lpstr>Nova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Dawei Tao (dtao197051 - SFC1)</dc:creator>
  <cp:lastModifiedBy>Dawei Tao (dtao197051 - SFC1)</cp:lastModifiedBy>
  <cp:revision>2</cp:revision>
  <dcterms:created xsi:type="dcterms:W3CDTF">2024-11-25T16:30:34Z</dcterms:created>
  <dcterms:modified xsi:type="dcterms:W3CDTF">2024-11-25T16:32:55Z</dcterms:modified>
</cp:coreProperties>
</file>